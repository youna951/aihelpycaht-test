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88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7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88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11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1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74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23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69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24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3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7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340D9-222A-475E-A15F-F9AB84B1AC4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D2860-98EC-4026-B0CB-AB394C0274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3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mtClean="0"/>
              <a:t>가나다라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/>
              <a:t>마바사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6735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가나다라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가나다라</dc:title>
  <dc:creator>신윤아</dc:creator>
  <cp:lastModifiedBy>신윤아</cp:lastModifiedBy>
  <cp:revision>1</cp:revision>
  <dcterms:created xsi:type="dcterms:W3CDTF">2025-12-18T11:27:54Z</dcterms:created>
  <dcterms:modified xsi:type="dcterms:W3CDTF">2025-12-18T11:28:08Z</dcterms:modified>
</cp:coreProperties>
</file>